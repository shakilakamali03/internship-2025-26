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Digital Marketing Campaign – Rapido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Product/Service: Rapido Bike Taxi</a:t>
            </a:r>
          </a:p>
          <a:p>
            <a:r>
              <a:t>Campaign Goal: Increase app installs &amp; daily rides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Campaign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Increase brand awareness</a:t>
            </a:r>
          </a:p>
          <a:p>
            <a:r>
              <a:t>- Generate app installs</a:t>
            </a:r>
          </a:p>
          <a:p>
            <a:r>
              <a:t>- Boost daily ride bookings</a:t>
            </a:r>
          </a:p>
          <a:p>
            <a:r>
              <a:t>- Acquire new users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Target Audience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College students</a:t>
            </a:r>
          </a:p>
          <a:p>
            <a:r>
              <a:t>- Office commuters</a:t>
            </a:r>
          </a:p>
          <a:p>
            <a:r>
              <a:t>- Delivery executives</a:t>
            </a:r>
          </a:p>
          <a:p>
            <a:r>
              <a:t>- Urban population (18–40 years)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Social Media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Platforms:</a:t>
            </a:r>
          </a:p>
          <a:p>
            <a:r>
              <a:t>- Instagram</a:t>
            </a:r>
          </a:p>
          <a:p>
            <a:r>
              <a:t>- Facebook</a:t>
            </a:r>
          </a:p>
          <a:p>
            <a:r>
              <a:t>- YouTube</a:t>
            </a:r>
          </a:p>
          <a:p>
            <a:r>
              <a:t>- Twitter (X)</a:t>
            </a:r>
          </a:p>
          <a:p/>
          <a:p>
            <a:r>
              <a:t>Posting Frequency:</a:t>
            </a:r>
          </a:p>
          <a:p>
            <a:r>
              <a:t>- 4–5 posts/week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Content Ideas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Short reels on fast travel</a:t>
            </a:r>
          </a:p>
          <a:p>
            <a:r>
              <a:t>- Meme marketing</a:t>
            </a:r>
          </a:p>
          <a:p>
            <a:r>
              <a:t>- User testimonials</a:t>
            </a:r>
          </a:p>
          <a:p>
            <a:r>
              <a:t>- Festival offers posts</a:t>
            </a:r>
          </a:p>
          <a:p>
            <a:r>
              <a:t>- Influencer ride experiences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Instagram &amp; Facebook ads</a:t>
            </a:r>
          </a:p>
          <a:p>
            <a:r>
              <a:t>- Google App Install ads</a:t>
            </a:r>
          </a:p>
          <a:p>
            <a:r>
              <a:t>- YouTube skippable ads</a:t>
            </a:r>
          </a:p>
          <a:p>
            <a:r>
              <a:t>- Referral &amp; promo code ads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Budget Estimation (Monthly)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Instagram &amp; Facebook Ads: ₹40,000</a:t>
            </a:r>
          </a:p>
          <a:p>
            <a:r>
              <a:t>Google Ads: ₹30,000</a:t>
            </a:r>
          </a:p>
          <a:p>
            <a:r>
              <a:t>Influencer Marketing: ₹20,000</a:t>
            </a:r>
          </a:p>
          <a:p>
            <a:r>
              <a:t>Content Creation: ₹10,000</a:t>
            </a:r>
          </a:p>
          <a:p/>
          <a:p>
            <a:r>
              <a:t>Total Budget: ₹1,00,000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Reach: 3–5 million users</a:t>
            </a:r>
          </a:p>
          <a:p>
            <a:r>
              <a:t>Leads (App Installs): 50,000</a:t>
            </a:r>
          </a:p>
          <a:p>
            <a:r>
              <a:t>Conversions (Active Users): 15,000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digital marketing campaign helps Rapido grow visibility, increase installs, and boost daily rides effectively.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